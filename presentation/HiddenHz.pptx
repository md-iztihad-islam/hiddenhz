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0:00] Good morning. I'm Rayyan, and this is Iztihad. Our project is HiddenHz. We hide a picture inside a sound, like rain. You hear rain, and with the right password, the picture comes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0:16] Three things go in: a picture, a password and a carrier sound. We get back a WAV file that still sounds like rain. Decode it with the same password and the picture comes out. With a wrong password, you get noise.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0:35] A DFT tells us which frequencies are in a sound, but not when. So we cut the sound into frames of 2048 samples, 512 apart, and take a DFT of each one. Every frame becomes one column, and the columns together make a spectrogram. That's already an image. So we go backwards: we start with the picture and build the sound that has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1:05] The picture goes between 15 and 22 kilohertz. Nyquist is 24, and most adults can't hear much above 16. One bin is 23.4 hertz, so this band holds 150 tones, one for each row of the picture. We also cut the rain above 14.5 kilohertz so it doesn't cover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1:30] Why every second bin? A frame cut straight out of a tone leaks into every bin. A Hann window tapers the edges, so one tone fills exactly three bins. With tones two bins apart, the leaks land on empty bins. One bin apart, they hit each other and the quality drops from 0.98 to 0.59.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1:55] To make the sound, we take an inverse DFT of every column and overlap-add the frames. The frames overlap, so they have to agree on phase. Each tone's phase moves forward by the same step every hop, like a real tone. Random phase breaks that. Four blank frames at each end stop a loud click at the edges. Iztihad will take the decoder.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2:25] When we decode, one frame covers four hops. If the picture changed every hop, each frame would see a mix of columns. So we hold every column for eight frames. The decoder drops two at each end and averages the middle four. That took us from 25 to 49 decibels.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2:49] Our first idea was to use the password as a random phase. That doesn't work, because a spectrogram only shows magnitude. The right and the wrong password gave the same score, 0.914. So now the password shuffles the picture: the rows inside each column, then the columns. Right password, 0.975. Wrong password, about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3:14] A 150 by 150 picture takes about 13 seconds of audio. Colour uses YCbCr with the colour planes at half size, like JPEG, so it costs 1.5 times, not 3. Small files work too, at 125 bytes a second. Two limits: MP3 throws this band away, so the file has to stay WAV. And anyone who looks above 15 kilohertz can see something is there, but can't read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3:46] Thank you. Now we'll show you the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gif"/><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gif"/><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gif"/><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gif"/><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1.gif"/>
          <p:cNvPicPr>
            <a:picLocks noChangeAspect="1"/>
          </p:cNvPicPr>
          <p:nvPr/>
        </p:nvPicPr>
        <p:blipFill>
          <a:blip r:embed="rId3"/>
          <a:stretch>
            <a:fillRect/>
          </a:stretch>
        </p:blipFill>
        <p:spPr>
          <a:xfrm>
            <a:off x="6350000" y="698500"/>
            <a:ext cx="5715000" cy="5524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2.gif"/>
          <p:cNvPicPr>
            <a:picLocks noChangeAspect="1"/>
          </p:cNvPicPr>
          <p:nvPr/>
        </p:nvPicPr>
        <p:blipFill>
          <a:blip r:embed="rId3"/>
          <a:stretch>
            <a:fillRect/>
          </a:stretch>
        </p:blipFill>
        <p:spPr>
          <a:xfrm>
            <a:off x="6286500" y="3556000"/>
            <a:ext cx="1524000" cy="146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4.gif"/>
          <p:cNvPicPr>
            <a:picLocks noChangeAspect="1"/>
          </p:cNvPicPr>
          <p:nvPr/>
        </p:nvPicPr>
        <p:blipFill>
          <a:blip r:embed="rId3"/>
          <a:stretch>
            <a:fillRect/>
          </a:stretch>
        </p:blipFill>
        <p:spPr>
          <a:xfrm>
            <a:off x="4191000" y="2413000"/>
            <a:ext cx="3175000" cy="3746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6.gif"/>
          <p:cNvPicPr>
            <a:picLocks noChangeAspect="1"/>
          </p:cNvPicPr>
          <p:nvPr/>
        </p:nvPicPr>
        <p:blipFill>
          <a:blip r:embed="rId3"/>
          <a:stretch>
            <a:fillRect/>
          </a:stretch>
        </p:blipFill>
        <p:spPr>
          <a:xfrm>
            <a:off x="2730500" y="2235200"/>
            <a:ext cx="7302500" cy="10033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8.gif"/>
          <p:cNvPicPr>
            <a:picLocks noChangeAspect="1"/>
          </p:cNvPicPr>
          <p:nvPr/>
        </p:nvPicPr>
        <p:blipFill>
          <a:blip r:embed="rId3"/>
          <a:stretch>
            <a:fillRect/>
          </a:stretch>
        </p:blipFill>
        <p:spPr>
          <a:xfrm>
            <a:off x="7556500" y="3302000"/>
            <a:ext cx="4445000" cy="127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